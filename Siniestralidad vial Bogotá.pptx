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71" d="100"/>
          <a:sy n="71" d="100"/>
        </p:scale>
        <p:origin x="235"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3D1D5-2B3D-42BC-85AE-BC0551542722}" type="datetimeFigureOut">
              <a:rPr lang="es-CO" smtClean="0"/>
              <a:t>10/10/2025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29391F-7833-4423-B961-8C4C9719967B}" type="slidenum">
              <a:rPr lang="es-CO" smtClean="0"/>
              <a:t>‹Nº›</a:t>
            </a:fld>
            <a:endParaRPr lang="es-CO"/>
          </a:p>
        </p:txBody>
      </p:sp>
    </p:spTree>
    <p:extLst>
      <p:ext uri="{BB962C8B-B14F-4D97-AF65-F5344CB8AC3E}">
        <p14:creationId xmlns:p14="http://schemas.microsoft.com/office/powerpoint/2010/main" val="877350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Frecuencia accidentalidad por día</a:t>
            </a:r>
            <a:endParaRPr dirty="0"/>
          </a:p>
          <a:p>
            <a:r>
              <a:rPr b="0" dirty="0"/>
              <a:t>No alt text provided</a:t>
            </a:r>
            <a:endParaRPr dirty="0"/>
          </a:p>
          <a:p>
            <a:endParaRPr dirty="0"/>
          </a:p>
          <a:p>
            <a:r>
              <a:rPr b="1" dirty="0"/>
              <a:t>Siniestros por hora y día</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Frecuencia accidentalidad por mes</a:t>
            </a:r>
            <a:endParaRPr dirty="0"/>
          </a:p>
          <a:p>
            <a:r>
              <a:rPr b="0" dirty="0"/>
              <a:t>No alt text provided</a:t>
            </a:r>
            <a:endParaRPr dirty="0"/>
          </a:p>
          <a:p>
            <a:endParaRPr dirty="0"/>
          </a:p>
          <a:p>
            <a:r>
              <a:rPr b="1" dirty="0"/>
              <a:t>Distribución Gravedad accidentalidad</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Frecuencia accidentalidad por año</a:t>
            </a:r>
            <a:endParaRPr dirty="0"/>
          </a:p>
          <a:p>
            <a:r>
              <a:rPr b="0" dirty="0"/>
              <a:t>No alt text provided</a:t>
            </a:r>
            <a:endParaRPr dirty="0"/>
          </a:p>
          <a:p>
            <a:endParaRPr dirty="0"/>
          </a:p>
          <a:p>
            <a:r>
              <a:rPr b="1" dirty="0"/>
              <a:t>barChart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bookmarkNavigator</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Fecha</a:t>
            </a:r>
            <a:endParaRPr dirty="0"/>
          </a:p>
          <a:p>
            <a:r>
              <a:rPr b="0" dirty="0"/>
              <a:t>No alt text provided</a:t>
            </a:r>
            <a:endParaRPr dirty="0"/>
          </a:p>
          <a:p>
            <a:endParaRPr dirty="0"/>
          </a:p>
          <a:p>
            <a:r>
              <a:rPr b="1" dirty="0"/>
              <a:t>Hora Accidente</a:t>
            </a:r>
            <a:endParaRPr dirty="0"/>
          </a:p>
          <a:p>
            <a:r>
              <a:rPr b="0" dirty="0"/>
              <a:t>No alt text provided</a:t>
            </a:r>
            <a:endParaRPr dirty="0"/>
          </a:p>
          <a:p>
            <a:endParaRPr dirty="0"/>
          </a:p>
          <a:p>
            <a:r>
              <a:rPr b="1" dirty="0"/>
              <a:t>Clase Accidente</a:t>
            </a:r>
            <a:endParaRPr dirty="0"/>
          </a:p>
          <a:p>
            <a:r>
              <a:rPr b="0" dirty="0"/>
              <a:t>No alt text provided</a:t>
            </a:r>
            <a:endParaRPr dirty="0"/>
          </a:p>
          <a:p>
            <a:endParaRPr dirty="0"/>
          </a:p>
          <a:p>
            <a:r>
              <a:rPr b="1" dirty="0"/>
              <a:t>Gravedad</a:t>
            </a:r>
            <a:endParaRPr dirty="0"/>
          </a:p>
          <a:p>
            <a:r>
              <a:rPr b="0" dirty="0"/>
              <a:t>No alt text provided</a:t>
            </a:r>
            <a:endParaRPr dirty="0"/>
          </a:p>
          <a:p>
            <a:endParaRPr dirty="0"/>
          </a:p>
          <a:p>
            <a:r>
              <a:rPr b="1" dirty="0"/>
              <a:t>Localidad</a:t>
            </a:r>
            <a:endParaRPr dirty="0"/>
          </a:p>
          <a:p>
            <a:r>
              <a:rPr b="0" dirty="0"/>
              <a:t>No alt text provided</a:t>
            </a:r>
            <a:endParaRPr dirty="0"/>
          </a:p>
          <a:p>
            <a:endParaRPr dirty="0"/>
          </a:p>
          <a:p>
            <a:r>
              <a:rPr b="1" dirty="0"/>
              <a:t>Vehículo</a:t>
            </a:r>
            <a:endParaRPr dirty="0"/>
          </a:p>
          <a:p>
            <a:r>
              <a:rPr b="0" dirty="0"/>
              <a:t>No alt text provided</a:t>
            </a:r>
            <a:endParaRPr dirty="0"/>
          </a:p>
          <a:p>
            <a:endParaRPr dirty="0"/>
          </a:p>
          <a:p>
            <a:r>
              <a:rPr b="1" dirty="0"/>
              <a:t>Condición Víctima</a:t>
            </a:r>
            <a:endParaRPr dirty="0"/>
          </a:p>
          <a:p>
            <a:r>
              <a:rPr b="0" dirty="0"/>
              <a:t>No alt text provided</a:t>
            </a:r>
            <a:endParaRPr dirty="0"/>
          </a:p>
          <a:p>
            <a:endParaRPr dirty="0"/>
          </a:p>
          <a:p>
            <a:r>
              <a:rPr b="1" dirty="0"/>
              <a:t>Factores de Riesgo</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Top 5 Fechas</a:t>
            </a:r>
            <a:endParaRPr dirty="0"/>
          </a:p>
          <a:p>
            <a:r>
              <a:rPr b="0" dirty="0"/>
              <a:t>No alt text provided</a:t>
            </a:r>
            <a:endParaRPr dirty="0"/>
          </a:p>
          <a:p>
            <a:endParaRPr dirty="0"/>
          </a:p>
          <a:p>
            <a:r>
              <a:rPr b="1" dirty="0"/>
              <a:t>Top 5 Accidentes</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Víctimas por día</a:t>
            </a:r>
            <a:endParaRPr dirty="0"/>
          </a:p>
          <a:p>
            <a:r>
              <a:rPr b="0" dirty="0"/>
              <a:t>No alt text provided</a:t>
            </a:r>
            <a:endParaRPr dirty="0"/>
          </a:p>
          <a:p>
            <a:endParaRPr dirty="0"/>
          </a:p>
          <a:p>
            <a:r>
              <a:rPr b="1" dirty="0"/>
              <a:t>Condición Víctima</a:t>
            </a:r>
            <a:endParaRPr dirty="0"/>
          </a:p>
          <a:p>
            <a:r>
              <a:rPr b="0" dirty="0"/>
              <a:t>No alt text provided</a:t>
            </a:r>
            <a:endParaRPr dirty="0"/>
          </a:p>
          <a:p>
            <a:endParaRPr dirty="0"/>
          </a:p>
          <a:p>
            <a:r>
              <a:rPr b="1" dirty="0"/>
              <a:t>Víctimas por mes</a:t>
            </a:r>
            <a:endParaRPr dirty="0"/>
          </a:p>
          <a:p>
            <a:r>
              <a:rPr b="0" dirty="0"/>
              <a:t>No alt text provided</a:t>
            </a:r>
            <a:endParaRPr dirty="0"/>
          </a:p>
          <a:p>
            <a:endParaRPr dirty="0"/>
          </a:p>
          <a:p>
            <a:r>
              <a:rPr b="1" dirty="0"/>
              <a:t>Distribución gravedad víctimas</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Víctimas por año</a:t>
            </a:r>
            <a:endParaRPr dirty="0"/>
          </a:p>
          <a:p>
            <a:r>
              <a:rPr b="0" dirty="0"/>
              <a:t>No alt text provided</a:t>
            </a:r>
            <a:endParaRPr dirty="0"/>
          </a:p>
          <a:p>
            <a:endParaRPr dirty="0"/>
          </a:p>
          <a:p>
            <a:r>
              <a:rPr b="1" dirty="0"/>
              <a:t>Seguimiento víctimas 30d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Sexo</a:t>
            </a:r>
            <a:endParaRPr dirty="0"/>
          </a:p>
          <a:p>
            <a:r>
              <a:rPr b="0" dirty="0"/>
              <a:t>No alt text provided</a:t>
            </a:r>
            <a:endParaRPr dirty="0"/>
          </a:p>
          <a:p>
            <a:endParaRPr dirty="0"/>
          </a:p>
          <a:p>
            <a:r>
              <a:rPr b="1" dirty="0"/>
              <a:t>Muerte posterior</a:t>
            </a:r>
            <a:endParaRPr dirty="0"/>
          </a:p>
          <a:p>
            <a:r>
              <a:rPr b="0" dirty="0"/>
              <a:t>No alt text provided</a:t>
            </a:r>
            <a:endParaRPr dirty="0"/>
          </a:p>
          <a:p>
            <a:endParaRPr dirty="0"/>
          </a:p>
          <a:p>
            <a:r>
              <a:rPr b="1" dirty="0"/>
              <a:t>Gravedad víctimas</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Hora Accidente</a:t>
            </a:r>
            <a:endParaRPr dirty="0"/>
          </a:p>
          <a:p>
            <a:r>
              <a:rPr b="0" dirty="0"/>
              <a:t>No alt text provided</a:t>
            </a:r>
            <a:endParaRPr dirty="0"/>
          </a:p>
          <a:p>
            <a:endParaRPr dirty="0"/>
          </a:p>
          <a:p>
            <a:r>
              <a:rPr b="1" dirty="0"/>
              <a:t>Gravedad</a:t>
            </a:r>
            <a:endParaRPr dirty="0"/>
          </a:p>
          <a:p>
            <a:r>
              <a:rPr b="0" dirty="0"/>
              <a:t>No alt text provided</a:t>
            </a:r>
            <a:endParaRPr dirty="0"/>
          </a:p>
          <a:p>
            <a:endParaRPr dirty="0"/>
          </a:p>
          <a:p>
            <a:r>
              <a:rPr b="1" dirty="0"/>
              <a:t>Localidad</a:t>
            </a:r>
            <a:endParaRPr dirty="0"/>
          </a:p>
          <a:p>
            <a:r>
              <a:rPr b="0" dirty="0"/>
              <a:t>No alt text provided</a:t>
            </a:r>
            <a:endParaRPr dirty="0"/>
          </a:p>
          <a:p>
            <a:endParaRPr dirty="0"/>
          </a:p>
          <a:p>
            <a:r>
              <a:rPr b="1" dirty="0"/>
              <a:t>Clase Accidente</a:t>
            </a:r>
            <a:endParaRPr dirty="0"/>
          </a:p>
          <a:p>
            <a:r>
              <a:rPr b="0" dirty="0"/>
              <a:t>No alt text provided</a:t>
            </a:r>
            <a:endParaRPr dirty="0"/>
          </a:p>
          <a:p>
            <a:endParaRPr dirty="0"/>
          </a:p>
          <a:p>
            <a:r>
              <a:rPr b="1" dirty="0"/>
              <a:t>Fecha</a:t>
            </a:r>
            <a:endParaRPr dirty="0"/>
          </a:p>
          <a:p>
            <a:r>
              <a:rPr b="0" dirty="0"/>
              <a:t>No alt text provided</a:t>
            </a:r>
            <a:endParaRPr dirty="0"/>
          </a:p>
          <a:p>
            <a:endParaRPr dirty="0"/>
          </a:p>
          <a:p>
            <a:r>
              <a:rPr b="1" dirty="0"/>
              <a:t>Vehículo</a:t>
            </a:r>
            <a:endParaRPr dirty="0"/>
          </a:p>
          <a:p>
            <a:r>
              <a:rPr b="0" dirty="0"/>
              <a:t>No alt text provided</a:t>
            </a:r>
            <a:endParaRPr dirty="0"/>
          </a:p>
          <a:p>
            <a:endParaRPr dirty="0"/>
          </a:p>
          <a:p>
            <a:r>
              <a:rPr b="1" dirty="0"/>
              <a:t>Factores de Riesgo</a:t>
            </a:r>
            <a:endParaRPr dirty="0"/>
          </a:p>
          <a:p>
            <a:r>
              <a:rPr b="0" dirty="0"/>
              <a:t>No alt text provided</a:t>
            </a:r>
            <a:endParaRPr dirty="0"/>
          </a:p>
          <a:p>
            <a:endParaRPr dirty="0"/>
          </a:p>
          <a:p>
            <a:r>
              <a:rPr b="1" dirty="0"/>
              <a:t>Edad</a:t>
            </a:r>
            <a:endParaRPr dirty="0"/>
          </a:p>
          <a:p>
            <a:r>
              <a:rPr b="0" dirty="0"/>
              <a:t>No alt text provided</a:t>
            </a:r>
            <a:endParaRPr dirty="0"/>
          </a:p>
          <a:p>
            <a:endParaRPr dirty="0"/>
          </a:p>
          <a:p>
            <a:r>
              <a:rPr b="1" dirty="0"/>
              <a:t>Top 5 Fechas</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Tipo de Objeto</a:t>
            </a:r>
            <a:endParaRPr dirty="0"/>
          </a:p>
          <a:p>
            <a:r>
              <a:rPr b="0" dirty="0"/>
              <a:t>No alt text provided</a:t>
            </a:r>
            <a:endParaRPr dirty="0"/>
          </a:p>
          <a:p>
            <a:endParaRPr dirty="0"/>
          </a:p>
          <a:p>
            <a:r>
              <a:rPr b="1" dirty="0"/>
              <a:t>Elemento de Choque</a:t>
            </a:r>
            <a:endParaRPr dirty="0"/>
          </a:p>
          <a:p>
            <a:r>
              <a:rPr b="0" dirty="0"/>
              <a:t>No alt text provided</a:t>
            </a:r>
            <a:endParaRPr dirty="0"/>
          </a:p>
          <a:p>
            <a:endParaRPr dirty="0"/>
          </a:p>
          <a:p>
            <a:r>
              <a:rPr b="1" dirty="0"/>
              <a:t>Histórico Accidente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Clase Accidente</a:t>
            </a:r>
            <a:endParaRPr dirty="0"/>
          </a:p>
          <a:p>
            <a:r>
              <a:rPr b="0" dirty="0"/>
              <a:t>No alt text provided</a:t>
            </a:r>
            <a:endParaRPr dirty="0"/>
          </a:p>
          <a:p>
            <a:endParaRPr dirty="0"/>
          </a:p>
          <a:p>
            <a:r>
              <a:rPr b="1" dirty="0"/>
              <a:t>Condición Específica</a:t>
            </a:r>
            <a:endParaRPr dirty="0"/>
          </a:p>
          <a:p>
            <a:r>
              <a:rPr b="0" dirty="0"/>
              <a:t>No alt text provided</a:t>
            </a:r>
            <a:endParaRPr dirty="0"/>
          </a:p>
          <a:p>
            <a:endParaRPr dirty="0"/>
          </a:p>
          <a:p>
            <a:r>
              <a:rPr b="1" dirty="0"/>
              <a:t>Actor</a:t>
            </a:r>
            <a:endParaRPr dirty="0"/>
          </a:p>
          <a:p>
            <a:r>
              <a:rPr b="0" dirty="0"/>
              <a:t>No alt text provided</a:t>
            </a:r>
            <a:endParaRPr dirty="0"/>
          </a:p>
          <a:p>
            <a:endParaRPr dirty="0"/>
          </a:p>
          <a:p>
            <a:r>
              <a:rPr b="1" dirty="0"/>
              <a:t>Objeto Fijo</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Condición Víctima</a:t>
            </a:r>
            <a:endParaRPr dirty="0"/>
          </a:p>
          <a:p>
            <a:r>
              <a:rPr b="0" dirty="0"/>
              <a:t>No alt text provided</a:t>
            </a:r>
            <a:endParaRPr dirty="0"/>
          </a:p>
          <a:p>
            <a:endParaRPr dirty="0"/>
          </a:p>
          <a:p>
            <a:r>
              <a:rPr b="1" dirty="0"/>
              <a:t>Hora Accidente</a:t>
            </a:r>
            <a:endParaRPr dirty="0"/>
          </a:p>
          <a:p>
            <a:r>
              <a:rPr b="0" dirty="0"/>
              <a:t>No alt text provided</a:t>
            </a:r>
            <a:endParaRPr dirty="0"/>
          </a:p>
          <a:p>
            <a:endParaRPr dirty="0"/>
          </a:p>
          <a:p>
            <a:r>
              <a:rPr b="1" dirty="0"/>
              <a:t>Gravedad</a:t>
            </a:r>
            <a:endParaRPr dirty="0"/>
          </a:p>
          <a:p>
            <a:r>
              <a:rPr b="0" dirty="0"/>
              <a:t>No alt text provided</a:t>
            </a:r>
            <a:endParaRPr dirty="0"/>
          </a:p>
          <a:p>
            <a:endParaRPr dirty="0"/>
          </a:p>
          <a:p>
            <a:r>
              <a:rPr b="1" dirty="0"/>
              <a:t>Localidad</a:t>
            </a:r>
            <a:endParaRPr dirty="0"/>
          </a:p>
          <a:p>
            <a:r>
              <a:rPr b="0" dirty="0"/>
              <a:t>No alt text provided</a:t>
            </a:r>
            <a:endParaRPr dirty="0"/>
          </a:p>
          <a:p>
            <a:endParaRPr dirty="0"/>
          </a:p>
          <a:p>
            <a:r>
              <a:rPr b="1" dirty="0"/>
              <a:t>Clase Accidente</a:t>
            </a:r>
            <a:endParaRPr dirty="0"/>
          </a:p>
          <a:p>
            <a:r>
              <a:rPr b="0" dirty="0"/>
              <a:t>No alt text provided</a:t>
            </a:r>
            <a:endParaRPr dirty="0"/>
          </a:p>
          <a:p>
            <a:endParaRPr dirty="0"/>
          </a:p>
          <a:p>
            <a:r>
              <a:rPr b="1" dirty="0"/>
              <a:t>Fecha</a:t>
            </a:r>
            <a:endParaRPr dirty="0"/>
          </a:p>
          <a:p>
            <a:r>
              <a:rPr b="0" dirty="0"/>
              <a:t>No alt text provided</a:t>
            </a:r>
            <a:endParaRPr dirty="0"/>
          </a:p>
          <a:p>
            <a:endParaRPr dirty="0"/>
          </a:p>
          <a:p>
            <a:r>
              <a:rPr b="1" dirty="0"/>
              <a:t>Vehículo</a:t>
            </a:r>
            <a:endParaRPr dirty="0"/>
          </a:p>
          <a:p>
            <a:r>
              <a:rPr b="0" dirty="0"/>
              <a:t>No alt text provided</a:t>
            </a:r>
            <a:endParaRPr dirty="0"/>
          </a:p>
          <a:p>
            <a:endParaRPr dirty="0"/>
          </a:p>
          <a:p>
            <a:r>
              <a:rPr b="1" dirty="0"/>
              <a:t>Factores de Riesgo</a:t>
            </a:r>
            <a:endParaRPr dirty="0"/>
          </a:p>
          <a:p>
            <a:r>
              <a:rPr b="0" dirty="0"/>
              <a:t>No alt text provided</a:t>
            </a:r>
            <a:endParaRPr dirty="0"/>
          </a:p>
          <a:p>
            <a:endParaRPr dirty="0"/>
          </a:p>
          <a:p>
            <a:r>
              <a:rPr b="1" dirty="0"/>
              <a:t>Edad</a:t>
            </a:r>
            <a:endParaRPr dirty="0"/>
          </a:p>
          <a:p>
            <a:r>
              <a:rPr b="0" dirty="0"/>
              <a:t>No alt text provided</a:t>
            </a:r>
            <a:endParaRPr dirty="0"/>
          </a:p>
          <a:p>
            <a:endParaRPr dirty="0"/>
          </a:p>
          <a:p>
            <a:r>
              <a:rPr b="1" dirty="0"/>
              <a:t>Top 5 Fechas</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Tipo de Vehículo</a:t>
            </a:r>
            <a:endParaRPr dirty="0"/>
          </a:p>
          <a:p>
            <a:r>
              <a:rPr b="0" dirty="0"/>
              <a:t>No alt text provided</a:t>
            </a:r>
            <a:endParaRPr dirty="0"/>
          </a:p>
          <a:p>
            <a:endParaRPr dirty="0"/>
          </a:p>
          <a:p>
            <a:r>
              <a:rPr b="1" dirty="0"/>
              <a:t>Servicio</a:t>
            </a:r>
            <a:endParaRPr dirty="0"/>
          </a:p>
          <a:p>
            <a:r>
              <a:rPr b="0" dirty="0"/>
              <a:t>No alt text provided</a:t>
            </a:r>
            <a:endParaRPr dirty="0"/>
          </a:p>
          <a:p>
            <a:endParaRPr dirty="0"/>
          </a:p>
          <a:p>
            <a:r>
              <a:rPr b="1" dirty="0"/>
              <a:t>Tipo de SITP</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Clase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Factores de riesgo</a:t>
            </a:r>
            <a:endParaRPr dirty="0"/>
          </a:p>
          <a:p>
            <a:r>
              <a:rPr b="0" dirty="0"/>
              <a:t>No alt text provided</a:t>
            </a:r>
            <a:endParaRPr dirty="0"/>
          </a:p>
          <a:p>
            <a:endParaRPr dirty="0"/>
          </a:p>
          <a:p>
            <a:r>
              <a:rPr b="1" dirty="0"/>
              <a:t>Tipo de Transporte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Condición Víctima</a:t>
            </a:r>
            <a:endParaRPr dirty="0"/>
          </a:p>
          <a:p>
            <a:r>
              <a:rPr b="0" dirty="0"/>
              <a:t>No alt text provided</a:t>
            </a:r>
            <a:endParaRPr dirty="0"/>
          </a:p>
          <a:p>
            <a:endParaRPr dirty="0"/>
          </a:p>
          <a:p>
            <a:r>
              <a:rPr b="1" dirty="0"/>
              <a:t>Hora Accidente</a:t>
            </a:r>
            <a:endParaRPr dirty="0"/>
          </a:p>
          <a:p>
            <a:r>
              <a:rPr b="0" dirty="0"/>
              <a:t>No alt text provided</a:t>
            </a:r>
            <a:endParaRPr dirty="0"/>
          </a:p>
          <a:p>
            <a:endParaRPr dirty="0"/>
          </a:p>
          <a:p>
            <a:r>
              <a:rPr b="1" dirty="0"/>
              <a:t>Gravedad</a:t>
            </a:r>
            <a:endParaRPr dirty="0"/>
          </a:p>
          <a:p>
            <a:r>
              <a:rPr b="0" dirty="0"/>
              <a:t>No alt text provided</a:t>
            </a:r>
            <a:endParaRPr dirty="0"/>
          </a:p>
          <a:p>
            <a:endParaRPr dirty="0"/>
          </a:p>
          <a:p>
            <a:r>
              <a:rPr b="1" dirty="0"/>
              <a:t>Localidad</a:t>
            </a:r>
            <a:endParaRPr dirty="0"/>
          </a:p>
          <a:p>
            <a:r>
              <a:rPr b="0" dirty="0"/>
              <a:t>No alt text provided</a:t>
            </a:r>
            <a:endParaRPr dirty="0"/>
          </a:p>
          <a:p>
            <a:endParaRPr dirty="0"/>
          </a:p>
          <a:p>
            <a:r>
              <a:rPr b="1" dirty="0"/>
              <a:t>Clase Accidente</a:t>
            </a:r>
            <a:endParaRPr dirty="0"/>
          </a:p>
          <a:p>
            <a:r>
              <a:rPr b="0" dirty="0"/>
              <a:t>No alt text provided</a:t>
            </a:r>
            <a:endParaRPr dirty="0"/>
          </a:p>
          <a:p>
            <a:endParaRPr dirty="0"/>
          </a:p>
          <a:p>
            <a:r>
              <a:rPr b="1" dirty="0"/>
              <a:t>Fecha</a:t>
            </a:r>
            <a:endParaRPr dirty="0"/>
          </a:p>
          <a:p>
            <a:r>
              <a:rPr b="0" dirty="0"/>
              <a:t>No alt text provided</a:t>
            </a:r>
            <a:endParaRPr dirty="0"/>
          </a:p>
          <a:p>
            <a:endParaRPr dirty="0"/>
          </a:p>
          <a:p>
            <a:r>
              <a:rPr b="1" dirty="0"/>
              <a:t>Vehículo</a:t>
            </a:r>
            <a:endParaRPr dirty="0"/>
          </a:p>
          <a:p>
            <a:r>
              <a:rPr b="0" dirty="0"/>
              <a:t>No alt text provided</a:t>
            </a:r>
            <a:endParaRPr dirty="0"/>
          </a:p>
          <a:p>
            <a:endParaRPr dirty="0"/>
          </a:p>
          <a:p>
            <a:r>
              <a:rPr b="1" dirty="0"/>
              <a:t>Factores de Riesgo</a:t>
            </a:r>
            <a:endParaRPr dirty="0"/>
          </a:p>
          <a:p>
            <a:r>
              <a:rPr b="0" dirty="0"/>
              <a:t>No alt text provided</a:t>
            </a:r>
            <a:endParaRPr dirty="0"/>
          </a:p>
          <a:p>
            <a:endParaRPr dirty="0"/>
          </a:p>
          <a:p>
            <a:r>
              <a:rPr b="1" dirty="0"/>
              <a:t>Edad</a:t>
            </a:r>
            <a:endParaRPr dirty="0"/>
          </a:p>
          <a:p>
            <a:r>
              <a:rPr b="0" dirty="0"/>
              <a:t>No alt text provided</a:t>
            </a:r>
            <a:endParaRPr dirty="0"/>
          </a:p>
          <a:p>
            <a:endParaRPr dirty="0"/>
          </a:p>
          <a:p>
            <a:r>
              <a:rPr b="1" dirty="0"/>
              <a:t>Top 5 Fechas</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Top 5 Fechas</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Top 10 corredores viales con mayor accidentalidad</a:t>
            </a:r>
            <a:endParaRPr dirty="0"/>
          </a:p>
          <a:p>
            <a:r>
              <a:rPr b="0" dirty="0"/>
              <a:t>No alt text provided</a:t>
            </a:r>
            <a:endParaRPr dirty="0"/>
          </a:p>
          <a:p>
            <a:endParaRPr dirty="0"/>
          </a:p>
          <a:p>
            <a:r>
              <a:rPr b="1" dirty="0"/>
              <a:t>Distribución accidentes por localidad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Mapa de calor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Fecha</a:t>
            </a:r>
            <a:endParaRPr dirty="0"/>
          </a:p>
          <a:p>
            <a:r>
              <a:rPr b="0" dirty="0"/>
              <a:t>No alt text provided</a:t>
            </a:r>
            <a:endParaRPr dirty="0"/>
          </a:p>
          <a:p>
            <a:endParaRPr dirty="0"/>
          </a:p>
          <a:p>
            <a:r>
              <a:rPr b="1" dirty="0"/>
              <a:t>Condición Víctima</a:t>
            </a:r>
            <a:endParaRPr dirty="0"/>
          </a:p>
          <a:p>
            <a:r>
              <a:rPr b="0" dirty="0"/>
              <a:t>No alt text provided</a:t>
            </a:r>
            <a:endParaRPr dirty="0"/>
          </a:p>
          <a:p>
            <a:endParaRPr dirty="0"/>
          </a:p>
          <a:p>
            <a:r>
              <a:rPr b="1" dirty="0"/>
              <a:t>Hora Accidente</a:t>
            </a:r>
            <a:endParaRPr dirty="0"/>
          </a:p>
          <a:p>
            <a:r>
              <a:rPr b="0" dirty="0"/>
              <a:t>No alt text provided</a:t>
            </a:r>
            <a:endParaRPr dirty="0"/>
          </a:p>
          <a:p>
            <a:endParaRPr dirty="0"/>
          </a:p>
          <a:p>
            <a:r>
              <a:rPr b="1" dirty="0"/>
              <a:t>Gravedad</a:t>
            </a:r>
            <a:endParaRPr dirty="0"/>
          </a:p>
          <a:p>
            <a:r>
              <a:rPr b="0" dirty="0"/>
              <a:t>No alt text provided</a:t>
            </a:r>
            <a:endParaRPr dirty="0"/>
          </a:p>
          <a:p>
            <a:endParaRPr dirty="0"/>
          </a:p>
          <a:p>
            <a:r>
              <a:rPr b="1" dirty="0"/>
              <a:t>Localidad</a:t>
            </a:r>
            <a:endParaRPr dirty="0"/>
          </a:p>
          <a:p>
            <a:r>
              <a:rPr b="0" dirty="0"/>
              <a:t>No alt text provided</a:t>
            </a:r>
            <a:endParaRPr dirty="0"/>
          </a:p>
          <a:p>
            <a:endParaRPr dirty="0"/>
          </a:p>
          <a:p>
            <a:r>
              <a:rPr b="1" dirty="0"/>
              <a:t>Clase Accidente</a:t>
            </a:r>
            <a:endParaRPr dirty="0"/>
          </a:p>
          <a:p>
            <a:r>
              <a:rPr b="0" dirty="0"/>
              <a:t>No alt text provided</a:t>
            </a:r>
            <a:endParaRPr dirty="0"/>
          </a:p>
          <a:p>
            <a:endParaRPr dirty="0"/>
          </a:p>
          <a:p>
            <a:r>
              <a:rPr b="1" dirty="0"/>
              <a:t>Vehículo</a:t>
            </a:r>
            <a:endParaRPr dirty="0"/>
          </a:p>
          <a:p>
            <a:r>
              <a:rPr b="0" dirty="0"/>
              <a:t>No alt text provided</a:t>
            </a:r>
            <a:endParaRPr dirty="0"/>
          </a:p>
          <a:p>
            <a:endParaRPr dirty="0"/>
          </a:p>
          <a:p>
            <a:r>
              <a:rPr b="1" dirty="0"/>
              <a:t>Factores de Riesgo</a:t>
            </a:r>
            <a:endParaRPr dirty="0"/>
          </a:p>
          <a:p>
            <a:r>
              <a:rPr b="0" dirty="0"/>
              <a:t>No alt text provided</a:t>
            </a:r>
            <a:endParaRPr dirty="0"/>
          </a:p>
          <a:p>
            <a:endParaRPr dirty="0"/>
          </a:p>
          <a:p>
            <a:r>
              <a:rPr b="1" dirty="0"/>
              <a:t>Edad</a:t>
            </a:r>
            <a:endParaRPr dirty="0"/>
          </a:p>
          <a:p>
            <a:r>
              <a:rPr b="0" dirty="0"/>
              <a:t>No alt text provided</a:t>
            </a:r>
            <a:endParaRPr dirty="0"/>
          </a:p>
          <a:p>
            <a:endParaRPr dirty="0"/>
          </a:p>
          <a:p>
            <a:r>
              <a:rPr b="1" dirty="0"/>
              <a:t>Top 5 Fechas</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Top 5 por Año, Trimestre, Mes y Día</a:t>
            </a:r>
            <a:endParaRPr dirty="0"/>
          </a:p>
          <a:p>
            <a:r>
              <a:rPr b="0" dirty="0"/>
              <a:t>No alt text provided</a:t>
            </a:r>
            <a:endParaRPr dirty="0"/>
          </a:p>
          <a:p>
            <a:endParaRPr dirty="0"/>
          </a:p>
          <a:p>
            <a:r>
              <a:rPr b="1" dirty="0"/>
              <a:t>Fecha</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10/10/2025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‹Nº›</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view?r=eyJrIjoiZTgwYzRlNWUtN2FiOS00OTc5LWE5YmItZDE2YjdjMGFlODNkIiwidCI6IjQ5NmRlNDY0LTc1NWQtNDVjYi1iZmQ3LTI4MWM3M2IzNTM2ZCIsImMiOjR9"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8246340d-0490-4fcb-a6f8-0237f237b54d/?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8246340d-0490-4fcb-a6f8-0237f237b54d/?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8246340d-0490-4fcb-a6f8-0237f237b54d/?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8246340d-0490-4fcb-a6f8-0237f237b54d/?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8246340d-0490-4fcb-a6f8-0237f237b54d/?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8246340d-0490-4fcb-a6f8-0237f237b54d/?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8246340d-0490-4fcb-a6f8-0237f237b54d/?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Siniestralidad vial Bogotá</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11/10/2025 03:01:07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10/10/2025 06:28:22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actionButton ,actionButton ,actionButton ,actionButton ,actionButton ,actionButton. Please refer to the notes on this slide for details">
            <a:hlinkClick r:id="rId3"/>
          </p:cNvPr>
          <p:cNvPicPr>
            <a:picLocks noChangeAspect="1"/>
          </p:cNvPicPr>
          <p:nvPr/>
        </p:nvPicPr>
        <p:blipFill>
          <a:blip r:embed="rId4"/>
          <a:stretch>
            <a:fillRect/>
          </a:stretch>
        </p:blipFill>
        <p:spPr>
          <a:xfrm>
            <a:off x="0" y="57150"/>
            <a:ext cx="12192000" cy="6734175"/>
          </a:xfrm>
          <a:prstGeom prst="rect">
            <a:avLst/>
          </a:prstGeom>
          <a:noFill/>
        </p:spPr>
      </p:pic>
      <p:sp>
        <p:nvSpPr>
          <p:cNvPr id="4" name="Title" hidden="1"/>
          <p:cNvSpPr>
            <a:spLocks noGrp="1"/>
          </p:cNvSpPr>
          <p:nvPr>
            <p:ph type="title"/>
          </p:nvPr>
        </p:nvSpPr>
        <p:spPr/>
        <p:txBody>
          <a:bodyPr/>
          <a:lstStyle/>
          <a:p>
            <a:r>
              <a:t>Portada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Frecuencia accidentalidad por día ,Siniestros por hora y día ,card ,Frecuencia accidentalidad por mes ,Distribución Gravedad accidentalidad ,textbox ,Frecuencia accidentalidad por año ,barChart ,columnChart ,columnChart ,pieChart ,pivotTable ,bookmarkNavigator ,areaChart ,textbox ,actionButton ,actionButton ,actionButton ,actionButton ,actionButton ,Fecha ,Hora Accidente ,Clase Accidente ,Gravedad ,Localidad ,Vehículo ,Condición Víctima ,Factores de Riesgo ,card ,actionButton ,Top 5 Fechas ,Top 5 Accidentes. Please refer to the notes on this slide for details">
            <a:hlinkClick r:id="rId3"/>
          </p:cNvPr>
          <p:cNvPicPr>
            <a:picLocks noChangeAspect="1"/>
          </p:cNvPicPr>
          <p:nvPr/>
        </p:nvPicPr>
        <p:blipFill>
          <a:blip r:embed="rId4"/>
          <a:stretch>
            <a:fillRect/>
          </a:stretch>
        </p:blipFill>
        <p:spPr>
          <a:xfrm>
            <a:off x="0" y="57150"/>
            <a:ext cx="12192000" cy="6734175"/>
          </a:xfrm>
          <a:prstGeom prst="rect">
            <a:avLst/>
          </a:prstGeom>
          <a:noFill/>
        </p:spPr>
      </p:pic>
      <p:sp>
        <p:nvSpPr>
          <p:cNvPr id="4" name="Title" hidden="1"/>
          <p:cNvSpPr>
            <a:spLocks noGrp="1"/>
          </p:cNvSpPr>
          <p:nvPr>
            <p:ph type="title"/>
          </p:nvPr>
        </p:nvSpPr>
        <p:spPr/>
        <p:txBody>
          <a:bodyPr/>
          <a:lstStyle/>
          <a:p>
            <a:r>
              <a:t>Frecuencia Accidentalidad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Víctimas por día ,Condición Víctima ,Víctimas por mes ,Distribución gravedad víctimas ,textbox ,Víctimas por año ,Seguimiento víctimas 30d ,card ,Sexo ,Muerte posterior ,Gravedad víctimas ,actionButton ,actionButton ,actionButton ,actionButton ,actionButton ,Hora Accidente ,Gravedad ,Localidad ,Clase Accidente ,Fecha ,Vehículo ,Factores de Riesgo ,Edad ,Top 5 Fechas ,actionButton. Please refer to the notes on this slide for details">
            <a:hlinkClick r:id="rId3"/>
          </p:cNvPr>
          <p:cNvPicPr>
            <a:picLocks noChangeAspect="1"/>
          </p:cNvPicPr>
          <p:nvPr/>
        </p:nvPicPr>
        <p:blipFill>
          <a:blip r:embed="rId4"/>
          <a:stretch>
            <a:fillRect/>
          </a:stretch>
        </p:blipFill>
        <p:spPr>
          <a:xfrm>
            <a:off x="0" y="47625"/>
            <a:ext cx="12192000" cy="6743700"/>
          </a:xfrm>
          <a:prstGeom prst="rect">
            <a:avLst/>
          </a:prstGeom>
          <a:noFill/>
        </p:spPr>
      </p:pic>
      <p:sp>
        <p:nvSpPr>
          <p:cNvPr id="4" name="Title" hidden="1"/>
          <p:cNvSpPr>
            <a:spLocks noGrp="1"/>
          </p:cNvSpPr>
          <p:nvPr>
            <p:ph type="title"/>
          </p:nvPr>
        </p:nvSpPr>
        <p:spPr/>
        <p:txBody>
          <a:bodyPr/>
          <a:lstStyle/>
          <a:p>
            <a:r>
              <a:t>Víctimas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ipo de Objeto ,Elemento de Choque ,Histórico Accidente ,textbox ,Clase Accidente ,Condición Específica ,Actor ,Objeto Fijo ,actionButton ,actionButton ,actionButton ,actionButton ,actionButton ,Condición Víctima ,Hora Accidente ,Gravedad ,Localidad ,Clase Accidente ,Fecha ,Vehículo ,Factores de Riesgo ,Edad ,Top 5 Fechas ,actionButton. Please refer to the notes on this slide for details">
            <a:hlinkClick r:id="rId3"/>
          </p:cNvPr>
          <p:cNvPicPr>
            <a:picLocks noChangeAspect="1"/>
          </p:cNvPicPr>
          <p:nvPr/>
        </p:nvPicPr>
        <p:blipFill>
          <a:blip r:embed="rId4"/>
          <a:stretch>
            <a:fillRect/>
          </a:stretch>
        </p:blipFill>
        <p:spPr>
          <a:xfrm>
            <a:off x="0" y="57150"/>
            <a:ext cx="12192000" cy="6734175"/>
          </a:xfrm>
          <a:prstGeom prst="rect">
            <a:avLst/>
          </a:prstGeom>
          <a:noFill/>
        </p:spPr>
      </p:pic>
      <p:sp>
        <p:nvSpPr>
          <p:cNvPr id="4" name="Title" hidden="1"/>
          <p:cNvSpPr>
            <a:spLocks noGrp="1"/>
          </p:cNvSpPr>
          <p:nvPr>
            <p:ph type="title"/>
          </p:nvPr>
        </p:nvSpPr>
        <p:spPr/>
        <p:txBody>
          <a:bodyPr/>
          <a:lstStyle/>
          <a:p>
            <a:r>
              <a:t>Clasificación Siniestros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ipo de Vehículo ,Servicio ,Tipo de SITP ,textbox ,Clase ,card ,Factores de riesgo ,Tipo de Transporte ,actionButton ,actionButton ,actionButton ,actionButton ,actionButton ,Condición Víctima ,Hora Accidente ,Gravedad ,Localidad ,Clase Accidente ,Fecha ,Vehículo ,Factores de Riesgo ,Edad ,Top 5 Fechas ,actionButton ,Top 5 Fechas. Please refer to the notes on this slide for details">
            <a:hlinkClick r:id="rId3"/>
          </p:cNvPr>
          <p:cNvPicPr>
            <a:picLocks noChangeAspect="1"/>
          </p:cNvPicPr>
          <p:nvPr/>
        </p:nvPicPr>
        <p:blipFill>
          <a:blip r:embed="rId4"/>
          <a:stretch>
            <a:fillRect/>
          </a:stretch>
        </p:blipFill>
        <p:spPr>
          <a:xfrm>
            <a:off x="0" y="57150"/>
            <a:ext cx="12192000" cy="6734175"/>
          </a:xfrm>
          <a:prstGeom prst="rect">
            <a:avLst/>
          </a:prstGeom>
          <a:noFill/>
        </p:spPr>
      </p:pic>
      <p:sp>
        <p:nvSpPr>
          <p:cNvPr id="4" name="Title" hidden="1"/>
          <p:cNvSpPr>
            <a:spLocks noGrp="1"/>
          </p:cNvSpPr>
          <p:nvPr>
            <p:ph type="title"/>
          </p:nvPr>
        </p:nvSpPr>
        <p:spPr/>
        <p:txBody>
          <a:bodyPr/>
          <a:lstStyle/>
          <a:p>
            <a:r>
              <a:t>Vehículos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op 10 corredores viales con mayor accidentalidad ,Distribución accidentes por localidad ,card ,textbox ,Mapa de calor ,actionButton ,actionButton ,actionButton ,actionButton ,actionButton ,Fecha ,Condición Víctima ,Hora Accidente ,Gravedad ,Localidad ,Clase Accidente ,Vehículo ,Factores de Riesgo ,Edad ,Top 5 Fechas ,actionButton. Please refer to the notes on this slide for details">
            <a:hlinkClick r:id="rId3"/>
          </p:cNvPr>
          <p:cNvPicPr>
            <a:picLocks noChangeAspect="1"/>
          </p:cNvPicPr>
          <p:nvPr/>
        </p:nvPicPr>
        <p:blipFill>
          <a:blip r:embed="rId4"/>
          <a:stretch>
            <a:fillRect/>
          </a:stretch>
        </p:blipFill>
        <p:spPr>
          <a:xfrm>
            <a:off x="0" y="57150"/>
            <a:ext cx="12192000" cy="6734175"/>
          </a:xfrm>
          <a:prstGeom prst="rect">
            <a:avLst/>
          </a:prstGeom>
          <a:noFill/>
        </p:spPr>
      </p:pic>
      <p:sp>
        <p:nvSpPr>
          <p:cNvPr id="4" name="Title" hidden="1"/>
          <p:cNvSpPr>
            <a:spLocks noGrp="1"/>
          </p:cNvSpPr>
          <p:nvPr>
            <p:ph type="title"/>
          </p:nvPr>
        </p:nvSpPr>
        <p:spPr/>
        <p:txBody>
          <a:bodyPr/>
          <a:lstStyle/>
          <a:p>
            <a:r>
              <a:t>Localidades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op 5 por Año, Trimestre, Mes y Día ,Fecha ,textbox ,actionButton ,actionButton ,actionButton ,actionButton ,actionButton ,actionButton ,actionButton ,actionButton. Please refer to the notes on this slide for details">
            <a:hlinkClick r:id="rId3"/>
          </p:cNvPr>
          <p:cNvPicPr>
            <a:picLocks noChangeAspect="1"/>
          </p:cNvPicPr>
          <p:nvPr/>
        </p:nvPicPr>
        <p:blipFill>
          <a:blip r:embed="rId4"/>
          <a:stretch>
            <a:fillRect/>
          </a:stretch>
        </p:blipFill>
        <p:spPr>
          <a:xfrm>
            <a:off x="0" y="38100"/>
            <a:ext cx="12192000" cy="6781800"/>
          </a:xfrm>
          <a:prstGeom prst="rect">
            <a:avLst/>
          </a:prstGeom>
          <a:noFill/>
        </p:spPr>
      </p:pic>
      <p:sp>
        <p:nvSpPr>
          <p:cNvPr id="4" name="Title" hidden="1"/>
          <p:cNvSpPr>
            <a:spLocks noGrp="1"/>
          </p:cNvSpPr>
          <p:nvPr>
            <p:ph type="title"/>
          </p:nvPr>
        </p:nvSpPr>
        <p:spPr/>
        <p:txBody>
          <a:bodyPr/>
          <a:lstStyle/>
          <a:p>
            <a:r>
              <a:t>Top 5 Fechas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TotalTime>
  <Words>863</Words>
  <Application>Microsoft Office PowerPoint</Application>
  <PresentationFormat>Panorámica</PresentationFormat>
  <Paragraphs>444</Paragraphs>
  <Slides>8</Slides>
  <Notes>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8</vt:i4>
      </vt:variant>
    </vt:vector>
  </HeadingPairs>
  <TitlesOfParts>
    <vt:vector size="16" baseType="lpstr">
      <vt:lpstr>Aptos</vt:lpstr>
      <vt:lpstr>Arial</vt:lpstr>
      <vt:lpstr>Calibri</vt:lpstr>
      <vt:lpstr>Calibri Light</vt:lpstr>
      <vt:lpstr>Segoe UI</vt:lpstr>
      <vt:lpstr>Segoe UI Light</vt:lpstr>
      <vt:lpstr>Segoe UI Semibold</vt:lpstr>
      <vt:lpstr>Custom Design</vt:lpstr>
      <vt:lpstr>Siniestralidad vial Bogotá</vt:lpstr>
      <vt:lpstr>Portada</vt:lpstr>
      <vt:lpstr>Frecuencia Accidentalidad</vt:lpstr>
      <vt:lpstr>Víctimas</vt:lpstr>
      <vt:lpstr>Clasificación Siniestros</vt:lpstr>
      <vt:lpstr>Vehículos</vt:lpstr>
      <vt:lpstr>Localidades</vt:lpstr>
      <vt:lpstr>Top 5 Fechas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Alejandra Sanabria</cp:lastModifiedBy>
  <cp:revision>5</cp:revision>
  <dcterms:created xsi:type="dcterms:W3CDTF">2016-09-04T11:54:55Z</dcterms:created>
  <dcterms:modified xsi:type="dcterms:W3CDTF">2025-10-11T03:04:13Z</dcterms:modified>
</cp:coreProperties>
</file>