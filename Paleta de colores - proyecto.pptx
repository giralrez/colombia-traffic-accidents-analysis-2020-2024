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SCs2uOAe+b7sCue5Ky11AhVP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s-CO"/>
              <a:t>Paleta de colores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Proyecto Análisis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314960" y="365125"/>
            <a:ext cx="11602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O"/>
              <a:t>#a01a58,#892b64,#723c70,#455e89,# 0091ad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5625"/>
            <a:ext cx="12192000" cy="498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2025-10-01T20:05:16Z</dcterms:created>
  <dc:creator>Maria Alejandra Sanabria Hernandez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0x010100214BF5C72F51594092A69AFAA03C706C</vt:lpwstr>
  </property>
</Properties>
</file>